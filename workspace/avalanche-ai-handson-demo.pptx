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Avalanche + AI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Hands-on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Gemini CLI を使って、Avalanche ブロックチェーン上で動く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シンプルな 2D グリッドゲームを作成します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Avalanche Game Build Tool 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10x10 Grid Game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グリッド上でプレイヤーを表示・移動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Keyboard Controls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矢印キーで上下左右に移動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Blockchain Integration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29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Avalanche Fuji テストネットに座標を保存・取得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Flow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45920" cy="329184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Codespaces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Core Wallet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Gemini CLI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645920" cy="329184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188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Skill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Install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2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005840"/>
            <a:ext cx="1645920" cy="329184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0" y="1188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Solidity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Position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Tracker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1645920" cy="329184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0" y="1188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Test AVAX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Remix 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Fuji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005840"/>
            <a:ext cx="1645920" cy="3291840"/>
          </a:xfrm>
          <a:prstGeom prst="roundRect">
            <a:avLst>
              <a:gd name="adj" fmla="val 8333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1188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21031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React Grid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Wallet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" cy="3200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0-1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Codespaces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Code &gt; Codespaces &gt; Create codespace on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142"/>
                </a:solidFill>
              </a:rPr>
              <a:t>ブラウザ上で VS Code が動作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54864" cy="3200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9144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25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0-2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Wallet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Chrome 拡張機能をインストール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core.app/download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142"/>
                </a:solidFill>
              </a:rPr>
              <a:t>Avalanche 公式ウォレット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914400"/>
            <a:ext cx="54864" cy="3200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9144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0-3/4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npm + Gemini CLI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npm install を実行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コマンドで起動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142"/>
                </a:solidFill>
              </a:rPr>
              <a:t>Google OAuth で認証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Gemini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142"/>
                </a:solidFill>
              </a:rPr>
              <a:t>Authentication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    無料枠あり、簡単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         モデル選択可能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       エンタープライズ向け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142"/>
                </a:solidFill>
              </a:rPr>
              <a:t>Authentication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36576" cy="128016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0175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0D0D1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マジックリンクをブラウザで開く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Google アカウントで認証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トークンをペースト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142"/>
                </a:solidFill>
              </a:rPr>
              <a:t>Useful Options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6576" cy="3017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D0D1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モデル指定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初期プロンプト付き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-i "説明して"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前回セッション再開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latest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全ツール自動承認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Skills 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What are Skills?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Gemini CLI に専門知識をオンデマンドで適用する仕組み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特定のタスク（ゲーム開発、API 設計など）に最適化された振る舞いを AI に与えられます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Skill File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my-skill-name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スキルの説明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詳細な指示...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Discovery Priority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41732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414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.gemini/skills/ (Workspace)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83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~/.gemini/skills/ (User)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41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Extension Skills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Install Commands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2918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Skill Installation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142"/>
                </a:solidFill>
              </a:rPr>
              <a:t>Method A: Install from URL (Recommended)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" cy="10972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0D0D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https://github.com/CobaltSato/react-grid-game-rendering-skill/blob/main/react-css-grid-game-rendering.skill --scope workspace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https://github.com/CobaltSato/react-grid-game-rendering-skill/blob/main/avax-like-frontend-design.skill --scope workspace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Reload Skills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36576" cy="914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Gemini CLI 内で実行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Management Commands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list        スキル一覧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enable      有効化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disable     無効化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uninstall   削除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Smart Contract Creation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Prompt to Gemini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4864" cy="292608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4937760" cy="2926080"/>
          </a:xfrm>
          <a:prstGeom prst="roundRect">
            <a:avLst>
              <a:gd name="adj" fmla="val 3125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プレイヤーの 10x10 座標を保存・取得できる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コントラクトを作成して。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要件: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- 位置を初期化する関数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- 1歩移動する関数（上下左右）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- 座標は 0-9 の範囲に制限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出力先: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- Solidity: contracts/PositionTracker.sol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- ABI: .env.local.example に追記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Gemini Tools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7840" y="128016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ファイル読み取り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ファイル作成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956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部分編集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249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run_shell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249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シェル実行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2542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web_fetch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URL取得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Output Files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77840" y="347472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.env.local.example (ABI)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 AVAX and Deploy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3-1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 Test AVAX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Fuji Faucet からテスト AVAX を取得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ウォレットアドレスを入力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Request をクリック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0D0D1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build.avax.network/console/primary-network/faucet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3-2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 with Remix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828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1. Remix IDE を開く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2. PositionTracker.sol をコピー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3. コンパイル (Solidity 0.8.x)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4. Injected Provider - 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5. ネットワーク: Fuji (C-Chain)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6. デプロイ &gt; アドレスをコピー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</a:rPr>
              <a:t>Step 3-3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 Setup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.env.local を作成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0D0D1A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.env.local.example .env.local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NEXT_PUBLIC_CONTRACT_ADDRESS=0x...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 Creation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Prompt to Gemini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4864" cy="3017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10x10 の 2D グリッドゲームを作成して。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react-css-grid-game-rendering スキルを使用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日本語で docs/task.md にタスクリスト生成（5フェーズ）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タスク完了ごとに task.md にチェック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フェーズごとにユーザー検収を促す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キーボード（矢印キー）でプレイヤー移動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移動時にコントラクトに座標を書き込む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参照ファイル: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.env.local（コントラクトアドレス・ABI）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Generated Task List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7840" y="128016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371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Phase 1: グリッド表示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15000" y="1673352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6276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10x10 CSS Grid を作成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01952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8562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プレイヤーを表示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2219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Phase 2: キーボード操作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523744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47802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矢印キーで移動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2752344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70662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境界チェック (0-9)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30723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Phase 3: コントラクト連携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3374136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3284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ウォレット接続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3602736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5570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座標を読み込み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39227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Phase 4: 座標の書き込み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4224528"/>
            <a:ext cx="109728" cy="109728"/>
          </a:xfrm>
          <a:prstGeom prst="rect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41788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トランザクション送信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Phase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280160"/>
            <a:ext cx="731520" cy="73152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Dev 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開発サーバーを起動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280160"/>
            <a:ext cx="731520" cy="73152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60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Browser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2651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Core Wallet を接続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4960" y="1280160"/>
            <a:ext cx="731520" cy="73152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Play the Game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2651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矢印キー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でプレイヤーを移動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トランザクションを承認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109728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5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1280160"/>
            <a:ext cx="731520" cy="73152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494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2651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座標が保存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ブロックチェーンに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保存されることを確認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Complete!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142"/>
                </a:solidFill>
              </a:rPr>
              <a:t>What We Built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</a:rPr>
              <a:t>PositionTracker.sol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座標保存コントラクト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</a:rPr>
              <a:t>Grid Game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React + CSS Grid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</a:rPr>
              <a:t>Wallet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Core Wallet + ethers.js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142"/>
                </a:solidFill>
              </a:rPr>
              <a:t>What We Learned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55448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Gemini CLI で AI 駆動開発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Skills で専門知識を適用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Avalanche Fuji でデプロイ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フェーズ分割でタスク管理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Gemini CLI Commands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0D0D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latest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In-session commands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&lt;url&gt; --scope workspace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&lt;name&gt;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enable/disable &lt;name&gt;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Useful Links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Core Wallet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184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core.app/download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562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Fuji Faucet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build.avax.network/console/primary-network/faucet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267712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951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Remix 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4963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remix.ethereum.org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706624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34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Skill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9352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github.com/CobaltSato/react-grid-game-rendering-skill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145536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1729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3741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github.com/google-gemini/gemini-cli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3584448"/>
            <a:ext cx="3931920" cy="9144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Solidity Best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130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cursor.directory/solidity-development-best-practices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085"/>
                </a:solidFill>
              </a:rPr>
              <a:t>Avalanche + AI Development Hands-on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3383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Questions?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Avalanche Game Build Tool Kit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+ AI Development Hands-on Demo</dc:title>
  <dc:subject>Gemini CLI を使った Avalanche ゲーム開発</dc:subject>
  <dc:creator>Avalanche Game Build Tool Kit</dc:creator>
  <cp:lastModifiedBy>Avalanche Game Build Tool Kit</cp:lastModifiedBy>
  <cp:revision>1</cp:revision>
  <dcterms:created xsi:type="dcterms:W3CDTF">2026-02-03T08:51:50Z</dcterms:created>
  <dcterms:modified xsi:type="dcterms:W3CDTF">2026-02-03T08:51:50Z</dcterms:modified>
</cp:coreProperties>
</file>